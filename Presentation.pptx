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5" r:id="rId4"/>
  </p:sldMasterIdLst>
  <p:notesMasterIdLst>
    <p:notesMasterId r:id="rId14"/>
  </p:notesMasterIdLst>
  <p:sldIdLst>
    <p:sldId id="256" r:id="rId5"/>
    <p:sldId id="268" r:id="rId6"/>
    <p:sldId id="269" r:id="rId7"/>
    <p:sldId id="270" r:id="rId8"/>
    <p:sldId id="271" r:id="rId9"/>
    <p:sldId id="272" r:id="rId10"/>
    <p:sldId id="273" r:id="rId11"/>
    <p:sldId id="265" r:id="rId12"/>
    <p:sldId id="274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D13B65-147D-4842-BC6F-CDD771A5A2B2}" v="241" dt="2025-12-11T13:45:03.900"/>
    <p1510:client id="{B31CB588-F241-58BD-7C91-D8653B505E17}" v="132" dt="2025-12-11T12:10:56.424"/>
    <p1510:client id="{D38D233C-3A97-EE99-FF17-D629D1D43D00}" v="6" dt="2025-12-11T14:00:06.9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48367"/>
  </p:normalViewPr>
  <p:slideViewPr>
    <p:cSldViewPr snapToGrid="0">
      <p:cViewPr varScale="1">
        <p:scale>
          <a:sx n="58" d="100"/>
          <a:sy n="58" d="100"/>
        </p:scale>
        <p:origin x="3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 Geiser (s)" userId="S::anna.geiser@students.fhnw.ch::c6ef963b-66ec-4254-b70c-d2a4e657d26c" providerId="AD" clId="Web-{2E295A64-B1F0-1F1E-ACCD-E7C79974FBAE}"/>
    <pc:docChg chg="modSld">
      <pc:chgData name="Anna Geiser (s)" userId="S::anna.geiser@students.fhnw.ch::c6ef963b-66ec-4254-b70c-d2a4e657d26c" providerId="AD" clId="Web-{2E295A64-B1F0-1F1E-ACCD-E7C79974FBAE}" dt="2025-12-09T19:27:00.149" v="17" actId="1076"/>
      <pc:docMkLst>
        <pc:docMk/>
      </pc:docMkLst>
      <pc:sldChg chg="mod modShow modNotes">
        <pc:chgData name="Anna Geiser (s)" userId="S::anna.geiser@students.fhnw.ch::c6ef963b-66ec-4254-b70c-d2a4e657d26c" providerId="AD" clId="Web-{2E295A64-B1F0-1F1E-ACCD-E7C79974FBAE}" dt="2025-12-09T19:26:23.274" v="6"/>
        <pc:sldMkLst>
          <pc:docMk/>
          <pc:sldMk cId="1955055890" sldId="268"/>
        </pc:sldMkLst>
      </pc:sldChg>
      <pc:sldChg chg="modNotes">
        <pc:chgData name="Anna Geiser (s)" userId="S::anna.geiser@students.fhnw.ch::c6ef963b-66ec-4254-b70c-d2a4e657d26c" providerId="AD" clId="Web-{2E295A64-B1F0-1F1E-ACCD-E7C79974FBAE}" dt="2025-12-09T19:26:25.243" v="8"/>
        <pc:sldMkLst>
          <pc:docMk/>
          <pc:sldMk cId="511567914" sldId="269"/>
        </pc:sldMkLst>
      </pc:sldChg>
      <pc:sldChg chg="modNotes">
        <pc:chgData name="Anna Geiser (s)" userId="S::anna.geiser@students.fhnw.ch::c6ef963b-66ec-4254-b70c-d2a4e657d26c" providerId="AD" clId="Web-{2E295A64-B1F0-1F1E-ACCD-E7C79974FBAE}" dt="2025-12-09T19:26:36.524" v="10"/>
        <pc:sldMkLst>
          <pc:docMk/>
          <pc:sldMk cId="1786842941" sldId="270"/>
        </pc:sldMkLst>
      </pc:sldChg>
      <pc:sldChg chg="modNotes">
        <pc:chgData name="Anna Geiser (s)" userId="S::anna.geiser@students.fhnw.ch::c6ef963b-66ec-4254-b70c-d2a4e657d26c" providerId="AD" clId="Web-{2E295A64-B1F0-1F1E-ACCD-E7C79974FBAE}" dt="2025-12-09T19:26:39.212" v="11"/>
        <pc:sldMkLst>
          <pc:docMk/>
          <pc:sldMk cId="1006961485" sldId="271"/>
        </pc:sldMkLst>
      </pc:sldChg>
      <pc:sldChg chg="modNotes">
        <pc:chgData name="Anna Geiser (s)" userId="S::anna.geiser@students.fhnw.ch::c6ef963b-66ec-4254-b70c-d2a4e657d26c" providerId="AD" clId="Web-{2E295A64-B1F0-1F1E-ACCD-E7C79974FBAE}" dt="2025-12-09T19:26:42.071" v="13"/>
        <pc:sldMkLst>
          <pc:docMk/>
          <pc:sldMk cId="1180556248" sldId="272"/>
        </pc:sldMkLst>
      </pc:sldChg>
      <pc:sldChg chg="modSp mod modShow modNotes">
        <pc:chgData name="Anna Geiser (s)" userId="S::anna.geiser@students.fhnw.ch::c6ef963b-66ec-4254-b70c-d2a4e657d26c" providerId="AD" clId="Web-{2E295A64-B1F0-1F1E-ACCD-E7C79974FBAE}" dt="2025-12-09T19:27:00.149" v="17" actId="1076"/>
        <pc:sldMkLst>
          <pc:docMk/>
          <pc:sldMk cId="3292040792" sldId="273"/>
        </pc:sldMkLst>
      </pc:sldChg>
      <pc:sldChg chg="mod modShow">
        <pc:chgData name="Anna Geiser (s)" userId="S::anna.geiser@students.fhnw.ch::c6ef963b-66ec-4254-b70c-d2a4e657d26c" providerId="AD" clId="Web-{2E295A64-B1F0-1F1E-ACCD-E7C79974FBAE}" dt="2025-12-09T19:23:44.258" v="1"/>
        <pc:sldMkLst>
          <pc:docMk/>
          <pc:sldMk cId="487334748" sldId="274"/>
        </pc:sldMkLst>
      </pc:sldChg>
      <pc:sldChg chg="mod modShow">
        <pc:chgData name="Anna Geiser (s)" userId="S::anna.geiser@students.fhnw.ch::c6ef963b-66ec-4254-b70c-d2a4e657d26c" providerId="AD" clId="Web-{2E295A64-B1F0-1F1E-ACCD-E7C79974FBAE}" dt="2025-12-09T19:23:44.321" v="2"/>
        <pc:sldMkLst>
          <pc:docMk/>
          <pc:sldMk cId="3924999551" sldId="275"/>
        </pc:sldMkLst>
      </pc:sldChg>
    </pc:docChg>
  </pc:docChgLst>
  <pc:docChgLst>
    <pc:chgData name="Anna Geiser (s)" userId="S::anna.geiser@students.fhnw.ch::c6ef963b-66ec-4254-b70c-d2a4e657d26c" providerId="AD" clId="Web-{D38D233C-3A97-EE99-FF17-D629D1D43D00}"/>
    <pc:docChg chg="modSld">
      <pc:chgData name="Anna Geiser (s)" userId="S::anna.geiser@students.fhnw.ch::c6ef963b-66ec-4254-b70c-d2a4e657d26c" providerId="AD" clId="Web-{D38D233C-3A97-EE99-FF17-D629D1D43D00}" dt="2025-12-11T14:00:06.992" v="5" actId="1076"/>
      <pc:docMkLst>
        <pc:docMk/>
      </pc:docMkLst>
      <pc:sldChg chg="addSp delSp modSp">
        <pc:chgData name="Anna Geiser (s)" userId="S::anna.geiser@students.fhnw.ch::c6ef963b-66ec-4254-b70c-d2a4e657d26c" providerId="AD" clId="Web-{D38D233C-3A97-EE99-FF17-D629D1D43D00}" dt="2025-12-11T14:00:06.992" v="5" actId="1076"/>
        <pc:sldMkLst>
          <pc:docMk/>
          <pc:sldMk cId="3292040792" sldId="273"/>
        </pc:sldMkLst>
        <pc:spChg chg="add del mod">
          <ac:chgData name="Anna Geiser (s)" userId="S::anna.geiser@students.fhnw.ch::c6ef963b-66ec-4254-b70c-d2a4e657d26c" providerId="AD" clId="Web-{D38D233C-3A97-EE99-FF17-D629D1D43D00}" dt="2025-12-11T13:59:36.663" v="1"/>
          <ac:spMkLst>
            <pc:docMk/>
            <pc:sldMk cId="3292040792" sldId="273"/>
            <ac:spMk id="4" creationId="{4A6FEF20-335C-AB6B-81C9-E91EDD769AD3}"/>
          </ac:spMkLst>
        </pc:spChg>
        <pc:picChg chg="add mod ord modCrop">
          <ac:chgData name="Anna Geiser (s)" userId="S::anna.geiser@students.fhnw.ch::c6ef963b-66ec-4254-b70c-d2a4e657d26c" providerId="AD" clId="Web-{D38D233C-3A97-EE99-FF17-D629D1D43D00}" dt="2025-12-11T14:00:06.992" v="5" actId="1076"/>
          <ac:picMkLst>
            <pc:docMk/>
            <pc:sldMk cId="3292040792" sldId="273"/>
            <ac:picMk id="5" creationId="{299DD8B6-3408-6EA0-DF26-0E7AD6A882FC}"/>
          </ac:picMkLst>
        </pc:picChg>
        <pc:picChg chg="del">
          <ac:chgData name="Anna Geiser (s)" userId="S::anna.geiser@students.fhnw.ch::c6ef963b-66ec-4254-b70c-d2a4e657d26c" providerId="AD" clId="Web-{D38D233C-3A97-EE99-FF17-D629D1D43D00}" dt="2025-12-11T13:59:35.069" v="0"/>
          <ac:picMkLst>
            <pc:docMk/>
            <pc:sldMk cId="3292040792" sldId="273"/>
            <ac:picMk id="7" creationId="{703D3066-FA04-587A-BFC9-CBAF2B3B21BF}"/>
          </ac:picMkLst>
        </pc:picChg>
      </pc:sldChg>
    </pc:docChg>
  </pc:docChgLst>
  <pc:docChgLst>
    <pc:chgData name="Armir Lecaj (s)" userId="1fdff751-099d-429e-8e05-33ca96c8648d" providerId="ADAL" clId="{10AD4086-AB69-4590-8492-76F810E593D3}"/>
    <pc:docChg chg="undo custSel modSld">
      <pc:chgData name="Armir Lecaj (s)" userId="1fdff751-099d-429e-8e05-33ca96c8648d" providerId="ADAL" clId="{10AD4086-AB69-4590-8492-76F810E593D3}" dt="2025-12-11T13:45:03.900" v="240" actId="20577"/>
      <pc:docMkLst>
        <pc:docMk/>
      </pc:docMkLst>
      <pc:sldChg chg="modSp mod">
        <pc:chgData name="Armir Lecaj (s)" userId="1fdff751-099d-429e-8e05-33ca96c8648d" providerId="ADAL" clId="{10AD4086-AB69-4590-8492-76F810E593D3}" dt="2025-12-11T13:26:21.168" v="45" actId="20577"/>
        <pc:sldMkLst>
          <pc:docMk/>
          <pc:sldMk cId="1786842941" sldId="270"/>
        </pc:sldMkLst>
        <pc:spChg chg="mod">
          <ac:chgData name="Armir Lecaj (s)" userId="1fdff751-099d-429e-8e05-33ca96c8648d" providerId="ADAL" clId="{10AD4086-AB69-4590-8492-76F810E593D3}" dt="2025-12-11T13:26:21.168" v="45" actId="20577"/>
          <ac:spMkLst>
            <pc:docMk/>
            <pc:sldMk cId="1786842941" sldId="270"/>
            <ac:spMk id="3" creationId="{0CEB45FC-1EBA-6B8D-7C76-C2ABE6CBF965}"/>
          </ac:spMkLst>
        </pc:spChg>
      </pc:sldChg>
      <pc:sldChg chg="modSp mod">
        <pc:chgData name="Armir Lecaj (s)" userId="1fdff751-099d-429e-8e05-33ca96c8648d" providerId="ADAL" clId="{10AD4086-AB69-4590-8492-76F810E593D3}" dt="2025-12-11T13:45:03.900" v="240" actId="20577"/>
        <pc:sldMkLst>
          <pc:docMk/>
          <pc:sldMk cId="1180556248" sldId="272"/>
        </pc:sldMkLst>
        <pc:spChg chg="mod">
          <ac:chgData name="Armir Lecaj (s)" userId="1fdff751-099d-429e-8e05-33ca96c8648d" providerId="ADAL" clId="{10AD4086-AB69-4590-8492-76F810E593D3}" dt="2025-12-11T13:45:03.900" v="240" actId="20577"/>
          <ac:spMkLst>
            <pc:docMk/>
            <pc:sldMk cId="1180556248" sldId="272"/>
            <ac:spMk id="3" creationId="{8D7D7D50-5C8F-28E1-73BE-F730249D3B1B}"/>
          </ac:spMkLst>
        </pc:spChg>
      </pc:sldChg>
    </pc:docChg>
  </pc:docChgLst>
  <pc:docChgLst>
    <pc:chgData name="Ray Pinzon (s)" userId="S::ray.pinzon@students.fhnw.ch::a378c51c-1beb-41ac-8a60-16fe15ee79cb" providerId="AD" clId="Web-{FA99D8AB-B4DE-7C22-6AFE-5A9BB4637FF5}"/>
    <pc:docChg chg="modSld">
      <pc:chgData name="Ray Pinzon (s)" userId="S::ray.pinzon@students.fhnw.ch::a378c51c-1beb-41ac-8a60-16fe15ee79cb" providerId="AD" clId="Web-{FA99D8AB-B4DE-7C22-6AFE-5A9BB4637FF5}" dt="2025-12-11T13:29:01.141" v="44"/>
      <pc:docMkLst>
        <pc:docMk/>
      </pc:docMkLst>
      <pc:sldChg chg="modNotes">
        <pc:chgData name="Ray Pinzon (s)" userId="S::ray.pinzon@students.fhnw.ch::a378c51c-1beb-41ac-8a60-16fe15ee79cb" providerId="AD" clId="Web-{FA99D8AB-B4DE-7C22-6AFE-5A9BB4637FF5}" dt="2025-12-11T13:29:01.141" v="44"/>
        <pc:sldMkLst>
          <pc:docMk/>
          <pc:sldMk cId="1955055890" sldId="268"/>
        </pc:sldMkLst>
      </pc:sldChg>
    </pc:docChg>
  </pc:docChgLst>
  <pc:docChgLst>
    <pc:chgData name="Jan Suter (s)" userId="S::jan.suter@students.fhnw.ch::4f18dffb-cab1-4d46-b407-2242bfab6d43" providerId="AD" clId="Web-{B31CB588-F241-58BD-7C91-D8653B505E17}"/>
    <pc:docChg chg="modSld">
      <pc:chgData name="Jan Suter (s)" userId="S::jan.suter@students.fhnw.ch::4f18dffb-cab1-4d46-b407-2242bfab6d43" providerId="AD" clId="Web-{B31CB588-F241-58BD-7C91-D8653B505E17}" dt="2025-12-11T12:10:56.424" v="136" actId="14100"/>
      <pc:docMkLst>
        <pc:docMk/>
      </pc:docMkLst>
      <pc:sldChg chg="addSp delSp modSp">
        <pc:chgData name="Jan Suter (s)" userId="S::jan.suter@students.fhnw.ch::4f18dffb-cab1-4d46-b407-2242bfab6d43" providerId="AD" clId="Web-{B31CB588-F241-58BD-7C91-D8653B505E17}" dt="2025-12-10T21:57:15.305" v="135" actId="20577"/>
        <pc:sldMkLst>
          <pc:docMk/>
          <pc:sldMk cId="1786842941" sldId="270"/>
        </pc:sldMkLst>
        <pc:spChg chg="mod">
          <ac:chgData name="Jan Suter (s)" userId="S::jan.suter@students.fhnw.ch::4f18dffb-cab1-4d46-b407-2242bfab6d43" providerId="AD" clId="Web-{B31CB588-F241-58BD-7C91-D8653B505E17}" dt="2025-12-10T21:57:15.305" v="135" actId="20577"/>
          <ac:spMkLst>
            <pc:docMk/>
            <pc:sldMk cId="1786842941" sldId="270"/>
            <ac:spMk id="3" creationId="{0CEB45FC-1EBA-6B8D-7C76-C2ABE6CBF965}"/>
          </ac:spMkLst>
        </pc:spChg>
        <pc:spChg chg="add del">
          <ac:chgData name="Jan Suter (s)" userId="S::jan.suter@students.fhnw.ch::4f18dffb-cab1-4d46-b407-2242bfab6d43" providerId="AD" clId="Web-{B31CB588-F241-58BD-7C91-D8653B505E17}" dt="2025-12-10T21:53:39.427" v="60"/>
          <ac:spMkLst>
            <pc:docMk/>
            <pc:sldMk cId="1786842941" sldId="270"/>
            <ac:spMk id="4" creationId="{CB4C24EC-7DC9-327B-F87D-372E55666509}"/>
          </ac:spMkLst>
        </pc:spChg>
        <pc:picChg chg="add del mod">
          <ac:chgData name="Jan Suter (s)" userId="S::jan.suter@students.fhnw.ch::4f18dffb-cab1-4d46-b407-2242bfab6d43" providerId="AD" clId="Web-{B31CB588-F241-58BD-7C91-D8653B505E17}" dt="2025-12-10T21:54:00.849" v="62"/>
          <ac:picMkLst>
            <pc:docMk/>
            <pc:sldMk cId="1786842941" sldId="270"/>
            <ac:picMk id="5" creationId="{B6ADABF6-5751-0F43-D201-7E102E71F988}"/>
          </ac:picMkLst>
        </pc:picChg>
      </pc:sldChg>
      <pc:sldChg chg="addSp modSp modNotes">
        <pc:chgData name="Jan Suter (s)" userId="S::jan.suter@students.fhnw.ch::4f18dffb-cab1-4d46-b407-2242bfab6d43" providerId="AD" clId="Web-{B31CB588-F241-58BD-7C91-D8653B505E17}" dt="2025-12-11T12:10:56.424" v="136" actId="14100"/>
        <pc:sldMkLst>
          <pc:docMk/>
          <pc:sldMk cId="1006961485" sldId="271"/>
        </pc:sldMkLst>
        <pc:spChg chg="mod">
          <ac:chgData name="Jan Suter (s)" userId="S::jan.suter@students.fhnw.ch::4f18dffb-cab1-4d46-b407-2242bfab6d43" providerId="AD" clId="Web-{B31CB588-F241-58BD-7C91-D8653B505E17}" dt="2025-12-11T12:10:56.424" v="136" actId="14100"/>
          <ac:spMkLst>
            <pc:docMk/>
            <pc:sldMk cId="1006961485" sldId="271"/>
            <ac:spMk id="3" creationId="{B4DDA23C-F925-1A5A-46FF-89E0F6834853}"/>
          </ac:spMkLst>
        </pc:spChg>
        <pc:spChg chg="add mod">
          <ac:chgData name="Jan Suter (s)" userId="S::jan.suter@students.fhnw.ch::4f18dffb-cab1-4d46-b407-2242bfab6d43" providerId="AD" clId="Web-{B31CB588-F241-58BD-7C91-D8653B505E17}" dt="2025-12-10T21:52:08.708" v="35"/>
          <ac:spMkLst>
            <pc:docMk/>
            <pc:sldMk cId="1006961485" sldId="271"/>
            <ac:spMk id="5" creationId="{A80FA5DD-A5C2-F04D-A169-111F7A3D6F8F}"/>
          </ac:spMkLst>
        </pc:spChg>
      </pc:sldChg>
    </pc:docChg>
  </pc:docChgLst>
  <pc:docChgLst>
    <pc:chgData name="Anna Geiser (s)" userId="c6ef963b-66ec-4254-b70c-d2a4e657d26c" providerId="ADAL" clId="{2F696D3E-021C-1B45-BFE7-92F5CB82A63A}"/>
    <pc:docChg chg="undo custSel addSld delSld modSld">
      <pc:chgData name="Anna Geiser (s)" userId="c6ef963b-66ec-4254-b70c-d2a4e657d26c" providerId="ADAL" clId="{2F696D3E-021C-1B45-BFE7-92F5CB82A63A}" dt="2025-12-06T10:31:29.165" v="493" actId="12"/>
      <pc:docMkLst>
        <pc:docMk/>
      </pc:docMkLst>
      <pc:sldChg chg="addSp modSp mod">
        <pc:chgData name="Anna Geiser (s)" userId="c6ef963b-66ec-4254-b70c-d2a4e657d26c" providerId="ADAL" clId="{2F696D3E-021C-1B45-BFE7-92F5CB82A63A}" dt="2025-12-05T18:28:57.175" v="460" actId="1076"/>
        <pc:sldMkLst>
          <pc:docMk/>
          <pc:sldMk cId="216797170" sldId="256"/>
        </pc:sldMkLst>
        <pc:spChg chg="mod">
          <ac:chgData name="Anna Geiser (s)" userId="c6ef963b-66ec-4254-b70c-d2a4e657d26c" providerId="ADAL" clId="{2F696D3E-021C-1B45-BFE7-92F5CB82A63A}" dt="2025-12-05T18:28:57.175" v="460" actId="1076"/>
          <ac:spMkLst>
            <pc:docMk/>
            <pc:sldMk cId="216797170" sldId="256"/>
            <ac:spMk id="2" creationId="{C8A697F9-97F5-9147-BCFF-51E29F8D2324}"/>
          </ac:spMkLst>
        </pc:spChg>
        <pc:spChg chg="mod">
          <ac:chgData name="Anna Geiser (s)" userId="c6ef963b-66ec-4254-b70c-d2a4e657d26c" providerId="ADAL" clId="{2F696D3E-021C-1B45-BFE7-92F5CB82A63A}" dt="2025-12-05T14:19:40.131" v="86" actId="21"/>
          <ac:spMkLst>
            <pc:docMk/>
            <pc:sldMk cId="216797170" sldId="256"/>
            <ac:spMk id="3" creationId="{C88CF1A6-8AAA-6B36-3180-20125F0F2DDB}"/>
          </ac:spMkLst>
        </pc:spChg>
        <pc:spChg chg="add mod">
          <ac:chgData name="Anna Geiser (s)" userId="c6ef963b-66ec-4254-b70c-d2a4e657d26c" providerId="ADAL" clId="{2F696D3E-021C-1B45-BFE7-92F5CB82A63A}" dt="2025-12-05T14:20:13.445" v="93" actId="1076"/>
          <ac:spMkLst>
            <pc:docMk/>
            <pc:sldMk cId="216797170" sldId="256"/>
            <ac:spMk id="4" creationId="{020DC13C-B7FD-D707-B3EE-91CA85D4EAC6}"/>
          </ac:spMkLst>
        </pc:spChg>
      </pc:sldChg>
      <pc:sldChg chg="modSp mod">
        <pc:chgData name="Anna Geiser (s)" userId="c6ef963b-66ec-4254-b70c-d2a4e657d26c" providerId="ADAL" clId="{2F696D3E-021C-1B45-BFE7-92F5CB82A63A}" dt="2025-12-05T14:21:51.396" v="121" actId="20577"/>
        <pc:sldMkLst>
          <pc:docMk/>
          <pc:sldMk cId="3546723592" sldId="265"/>
        </pc:sldMkLst>
        <pc:spChg chg="mod">
          <ac:chgData name="Anna Geiser (s)" userId="c6ef963b-66ec-4254-b70c-d2a4e657d26c" providerId="ADAL" clId="{2F696D3E-021C-1B45-BFE7-92F5CB82A63A}" dt="2025-12-05T14:21:51.396" v="121" actId="20577"/>
          <ac:spMkLst>
            <pc:docMk/>
            <pc:sldMk cId="3546723592" sldId="265"/>
            <ac:spMk id="2" creationId="{29A01F91-F78E-E22E-1A80-1B404BB2AE78}"/>
          </ac:spMkLst>
        </pc:spChg>
      </pc:sldChg>
      <pc:sldChg chg="modSp new mod">
        <pc:chgData name="Anna Geiser (s)" userId="c6ef963b-66ec-4254-b70c-d2a4e657d26c" providerId="ADAL" clId="{2F696D3E-021C-1B45-BFE7-92F5CB82A63A}" dt="2025-12-06T10:28:34.769" v="479" actId="20577"/>
        <pc:sldMkLst>
          <pc:docMk/>
          <pc:sldMk cId="1955055890" sldId="268"/>
        </pc:sldMkLst>
        <pc:spChg chg="mod">
          <ac:chgData name="Anna Geiser (s)" userId="c6ef963b-66ec-4254-b70c-d2a4e657d26c" providerId="ADAL" clId="{2F696D3E-021C-1B45-BFE7-92F5CB82A63A}" dt="2025-12-05T14:21:33.044" v="118" actId="20577"/>
          <ac:spMkLst>
            <pc:docMk/>
            <pc:sldMk cId="1955055890" sldId="268"/>
            <ac:spMk id="2" creationId="{3B4EDA72-9D8C-2795-DAD1-9FA360F6CB18}"/>
          </ac:spMkLst>
        </pc:spChg>
        <pc:spChg chg="mod">
          <ac:chgData name="Anna Geiser (s)" userId="c6ef963b-66ec-4254-b70c-d2a4e657d26c" providerId="ADAL" clId="{2F696D3E-021C-1B45-BFE7-92F5CB82A63A}" dt="2025-12-06T10:28:34.769" v="479" actId="20577"/>
          <ac:spMkLst>
            <pc:docMk/>
            <pc:sldMk cId="1955055890" sldId="268"/>
            <ac:spMk id="3" creationId="{2C113A72-F8D5-883B-59E1-227EE2DF1A73}"/>
          </ac:spMkLst>
        </pc:spChg>
      </pc:sldChg>
      <pc:sldChg chg="modSp new mod">
        <pc:chgData name="Anna Geiser (s)" userId="c6ef963b-66ec-4254-b70c-d2a4e657d26c" providerId="ADAL" clId="{2F696D3E-021C-1B45-BFE7-92F5CB82A63A}" dt="2025-12-05T14:26:23.953" v="157" actId="20577"/>
        <pc:sldMkLst>
          <pc:docMk/>
          <pc:sldMk cId="511567914" sldId="269"/>
        </pc:sldMkLst>
        <pc:spChg chg="mod">
          <ac:chgData name="Anna Geiser (s)" userId="c6ef963b-66ec-4254-b70c-d2a4e657d26c" providerId="ADAL" clId="{2F696D3E-021C-1B45-BFE7-92F5CB82A63A}" dt="2025-12-05T14:24:59.907" v="125" actId="20577"/>
          <ac:spMkLst>
            <pc:docMk/>
            <pc:sldMk cId="511567914" sldId="269"/>
            <ac:spMk id="2" creationId="{36FE71BC-639E-3D2D-1E59-817E85A660BC}"/>
          </ac:spMkLst>
        </pc:spChg>
        <pc:spChg chg="mod">
          <ac:chgData name="Anna Geiser (s)" userId="c6ef963b-66ec-4254-b70c-d2a4e657d26c" providerId="ADAL" clId="{2F696D3E-021C-1B45-BFE7-92F5CB82A63A}" dt="2025-12-05T14:26:23.953" v="157" actId="20577"/>
          <ac:spMkLst>
            <pc:docMk/>
            <pc:sldMk cId="511567914" sldId="269"/>
            <ac:spMk id="3" creationId="{7A7997E3-0741-7683-B4FB-19367659BB3B}"/>
          </ac:spMkLst>
        </pc:spChg>
      </pc:sldChg>
      <pc:sldChg chg="modSp new mod">
        <pc:chgData name="Anna Geiser (s)" userId="c6ef963b-66ec-4254-b70c-d2a4e657d26c" providerId="ADAL" clId="{2F696D3E-021C-1B45-BFE7-92F5CB82A63A}" dt="2025-12-06T10:31:29.165" v="493" actId="12"/>
        <pc:sldMkLst>
          <pc:docMk/>
          <pc:sldMk cId="1786842941" sldId="270"/>
        </pc:sldMkLst>
        <pc:spChg chg="mod">
          <ac:chgData name="Anna Geiser (s)" userId="c6ef963b-66ec-4254-b70c-d2a4e657d26c" providerId="ADAL" clId="{2F696D3E-021C-1B45-BFE7-92F5CB82A63A}" dt="2025-12-05T14:26:37.931" v="161" actId="20577"/>
          <ac:spMkLst>
            <pc:docMk/>
            <pc:sldMk cId="1786842941" sldId="270"/>
            <ac:spMk id="2" creationId="{589703D6-54A7-3378-AC69-B99CD12E2845}"/>
          </ac:spMkLst>
        </pc:spChg>
        <pc:spChg chg="mod">
          <ac:chgData name="Anna Geiser (s)" userId="c6ef963b-66ec-4254-b70c-d2a4e657d26c" providerId="ADAL" clId="{2F696D3E-021C-1B45-BFE7-92F5CB82A63A}" dt="2025-12-06T10:31:29.165" v="493" actId="12"/>
          <ac:spMkLst>
            <pc:docMk/>
            <pc:sldMk cId="1786842941" sldId="270"/>
            <ac:spMk id="3" creationId="{0CEB45FC-1EBA-6B8D-7C76-C2ABE6CBF965}"/>
          </ac:spMkLst>
        </pc:spChg>
      </pc:sldChg>
      <pc:sldChg chg="modSp new mod">
        <pc:chgData name="Anna Geiser (s)" userId="c6ef963b-66ec-4254-b70c-d2a4e657d26c" providerId="ADAL" clId="{2F696D3E-021C-1B45-BFE7-92F5CB82A63A}" dt="2025-12-05T14:28:06.220" v="210" actId="113"/>
        <pc:sldMkLst>
          <pc:docMk/>
          <pc:sldMk cId="1006961485" sldId="271"/>
        </pc:sldMkLst>
        <pc:spChg chg="mod">
          <ac:chgData name="Anna Geiser (s)" userId="c6ef963b-66ec-4254-b70c-d2a4e657d26c" providerId="ADAL" clId="{2F696D3E-021C-1B45-BFE7-92F5CB82A63A}" dt="2025-12-05T14:27:36.101" v="191"/>
          <ac:spMkLst>
            <pc:docMk/>
            <pc:sldMk cId="1006961485" sldId="271"/>
            <ac:spMk id="2" creationId="{1BA7CEE6-2664-F0C4-5168-A91C232CBE7B}"/>
          </ac:spMkLst>
        </pc:spChg>
        <pc:spChg chg="mod">
          <ac:chgData name="Anna Geiser (s)" userId="c6ef963b-66ec-4254-b70c-d2a4e657d26c" providerId="ADAL" clId="{2F696D3E-021C-1B45-BFE7-92F5CB82A63A}" dt="2025-12-05T14:28:06.220" v="210" actId="113"/>
          <ac:spMkLst>
            <pc:docMk/>
            <pc:sldMk cId="1006961485" sldId="271"/>
            <ac:spMk id="3" creationId="{B4DDA23C-F925-1A5A-46FF-89E0F6834853}"/>
          </ac:spMkLst>
        </pc:spChg>
      </pc:sldChg>
      <pc:sldChg chg="addSp delSp modSp new mod">
        <pc:chgData name="Anna Geiser (s)" userId="c6ef963b-66ec-4254-b70c-d2a4e657d26c" providerId="ADAL" clId="{2F696D3E-021C-1B45-BFE7-92F5CB82A63A}" dt="2025-12-05T14:32:36.602" v="250" actId="113"/>
        <pc:sldMkLst>
          <pc:docMk/>
          <pc:sldMk cId="1180556248" sldId="272"/>
        </pc:sldMkLst>
        <pc:spChg chg="mod">
          <ac:chgData name="Anna Geiser (s)" userId="c6ef963b-66ec-4254-b70c-d2a4e657d26c" providerId="ADAL" clId="{2F696D3E-021C-1B45-BFE7-92F5CB82A63A}" dt="2025-12-05T14:31:26.275" v="214"/>
          <ac:spMkLst>
            <pc:docMk/>
            <pc:sldMk cId="1180556248" sldId="272"/>
            <ac:spMk id="2" creationId="{09067F45-49CA-D94A-884F-AFC40DFB24D4}"/>
          </ac:spMkLst>
        </pc:spChg>
        <pc:spChg chg="mod">
          <ac:chgData name="Anna Geiser (s)" userId="c6ef963b-66ec-4254-b70c-d2a4e657d26c" providerId="ADAL" clId="{2F696D3E-021C-1B45-BFE7-92F5CB82A63A}" dt="2025-12-05T14:32:36.602" v="250" actId="113"/>
          <ac:spMkLst>
            <pc:docMk/>
            <pc:sldMk cId="1180556248" sldId="272"/>
            <ac:spMk id="3" creationId="{8D7D7D50-5C8F-28E1-73BE-F730249D3B1B}"/>
          </ac:spMkLst>
        </pc:spChg>
      </pc:sldChg>
      <pc:sldChg chg="addSp delSp modSp new mod">
        <pc:chgData name="Anna Geiser (s)" userId="c6ef963b-66ec-4254-b70c-d2a4e657d26c" providerId="ADAL" clId="{2F696D3E-021C-1B45-BFE7-92F5CB82A63A}" dt="2025-12-05T14:42:19.416" v="361" actId="14100"/>
        <pc:sldMkLst>
          <pc:docMk/>
          <pc:sldMk cId="3292040792" sldId="273"/>
        </pc:sldMkLst>
        <pc:spChg chg="mod">
          <ac:chgData name="Anna Geiser (s)" userId="c6ef963b-66ec-4254-b70c-d2a4e657d26c" providerId="ADAL" clId="{2F696D3E-021C-1B45-BFE7-92F5CB82A63A}" dt="2025-12-05T14:32:59.080" v="252"/>
          <ac:spMkLst>
            <pc:docMk/>
            <pc:sldMk cId="3292040792" sldId="273"/>
            <ac:spMk id="2" creationId="{F4EFAC07-42D7-6BD9-A3A9-34ABD8E3BB56}"/>
          </ac:spMkLst>
        </pc:spChg>
      </pc:sldChg>
      <pc:sldChg chg="addSp delSp modSp new mod modClrScheme chgLayout">
        <pc:chgData name="Anna Geiser (s)" userId="c6ef963b-66ec-4254-b70c-d2a4e657d26c" providerId="ADAL" clId="{2F696D3E-021C-1B45-BFE7-92F5CB82A63A}" dt="2025-12-05T14:46:19.647" v="406" actId="20577"/>
        <pc:sldMkLst>
          <pc:docMk/>
          <pc:sldMk cId="487334748" sldId="274"/>
        </pc:sldMkLst>
        <pc:spChg chg="mod ord">
          <ac:chgData name="Anna Geiser (s)" userId="c6ef963b-66ec-4254-b70c-d2a4e657d26c" providerId="ADAL" clId="{2F696D3E-021C-1B45-BFE7-92F5CB82A63A}" dt="2025-12-05T14:45:44.983" v="389" actId="700"/>
          <ac:spMkLst>
            <pc:docMk/>
            <pc:sldMk cId="487334748" sldId="274"/>
            <ac:spMk id="2" creationId="{0EAE66C7-16E5-5A3D-27C7-5F8DB040841C}"/>
          </ac:spMkLst>
        </pc:spChg>
        <pc:spChg chg="mod ord">
          <ac:chgData name="Anna Geiser (s)" userId="c6ef963b-66ec-4254-b70c-d2a4e657d26c" providerId="ADAL" clId="{2F696D3E-021C-1B45-BFE7-92F5CB82A63A}" dt="2025-12-05T14:46:19.647" v="406" actId="20577"/>
          <ac:spMkLst>
            <pc:docMk/>
            <pc:sldMk cId="487334748" sldId="274"/>
            <ac:spMk id="3" creationId="{B2652493-2FF2-69B4-7844-A57BBE14E9BF}"/>
          </ac:spMkLst>
        </pc:spChg>
      </pc:sldChg>
      <pc:sldChg chg="modSp new mod">
        <pc:chgData name="Anna Geiser (s)" userId="c6ef963b-66ec-4254-b70c-d2a4e657d26c" providerId="ADAL" clId="{2F696D3E-021C-1B45-BFE7-92F5CB82A63A}" dt="2025-12-05T18:25:02.171" v="456" actId="20577"/>
        <pc:sldMkLst>
          <pc:docMk/>
          <pc:sldMk cId="3924999551" sldId="275"/>
        </pc:sldMkLst>
        <pc:spChg chg="mod">
          <ac:chgData name="Anna Geiser (s)" userId="c6ef963b-66ec-4254-b70c-d2a4e657d26c" providerId="ADAL" clId="{2F696D3E-021C-1B45-BFE7-92F5CB82A63A}" dt="2025-12-05T18:22:18.178" v="408"/>
          <ac:spMkLst>
            <pc:docMk/>
            <pc:sldMk cId="3924999551" sldId="275"/>
            <ac:spMk id="2" creationId="{782B56EF-6370-458D-CF02-EAFE0CB0DAAF}"/>
          </ac:spMkLst>
        </pc:spChg>
        <pc:spChg chg="mod">
          <ac:chgData name="Anna Geiser (s)" userId="c6ef963b-66ec-4254-b70c-d2a4e657d26c" providerId="ADAL" clId="{2F696D3E-021C-1B45-BFE7-92F5CB82A63A}" dt="2025-12-05T18:25:02.171" v="456" actId="20577"/>
          <ac:spMkLst>
            <pc:docMk/>
            <pc:sldMk cId="3924999551" sldId="275"/>
            <ac:spMk id="3" creationId="{476AE851-E8D8-9F1C-E465-069AA0D2880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87603-FCAF-E942-861B-737AB7E0FFD9}" type="datetimeFigureOut">
              <a:t>11.12.25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40518-2D38-D849-A9F2-A7A1181C01A1}" type="slidenum"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935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40518-2D38-D849-A9F2-A7A1181C01A1}" type="slidenum"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620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40518-2D38-D849-A9F2-A7A1181C01A1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48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40518-2D38-D849-A9F2-A7A1181C01A1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58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40518-2D38-D849-A9F2-A7A1181C01A1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21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endParaRPr lang="en-GB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40518-2D38-D849-A9F2-A7A1181C01A1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37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40518-2D38-D849-A9F2-A7A1181C01A1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432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40518-2D38-D849-A9F2-A7A1181C01A1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53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b="0" i="1">
                <a:solidFill>
                  <a:srgbClr val="8597BC"/>
                </a:solidFill>
                <a:effectLst/>
                <a:latin typeface="Menlo" panose="020B0609030804020204" pitchFamily="49" charset="0"/>
              </a:rPr>
              <a:t>Data input: https://www.kaggle.com/datasets/pranjalverma08/sec-edgar-annual-financial-filings-2021</a:t>
            </a:r>
            <a:endParaRPr lang="de-CH" b="0">
              <a:solidFill>
                <a:srgbClr val="7B88A1"/>
              </a:solidFill>
              <a:effectLst/>
              <a:latin typeface="Menlo" panose="020B0609030804020204" pitchFamily="49" charset="0"/>
            </a:endParaRPr>
          </a:p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40518-2D38-D849-A9F2-A7A1181C01A1}" type="slidenum">
              <a:rPr lang="de-CH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5742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40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76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72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92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6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27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6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51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36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6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25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74" r:id="rId6"/>
    <p:sldLayoutId id="2147483769" r:id="rId7"/>
    <p:sldLayoutId id="2147483770" r:id="rId8"/>
    <p:sldLayoutId id="2147483771" r:id="rId9"/>
    <p:sldLayoutId id="2147483773" r:id="rId10"/>
    <p:sldLayoutId id="21474837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A697F9-97F5-9147-BCFF-51E29F8D2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8033" y="807846"/>
            <a:ext cx="9035933" cy="2621154"/>
          </a:xfrm>
        </p:spPr>
        <p:txBody>
          <a:bodyPr>
            <a:normAutofit/>
          </a:bodyPr>
          <a:lstStyle/>
          <a:p>
            <a:r>
              <a:rPr lang="de-CH" sz="4800">
                <a:solidFill>
                  <a:srgbClr val="1D2125"/>
                </a:solidFill>
                <a:latin typeface="Inter"/>
              </a:rPr>
              <a:t>Financial Sentiment Analyzer</a:t>
            </a:r>
            <a:endParaRPr lang="en-GB" sz="540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88CF1A6-8AAA-6B36-3180-20125F0F2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520978"/>
            <a:ext cx="7588155" cy="141409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1900"/>
              <a:t>Automated NLP Analysis of SEC 10-K Filings</a:t>
            </a:r>
          </a:p>
          <a:p>
            <a:pPr>
              <a:lnSpc>
                <a:spcPct val="110000"/>
              </a:lnSpc>
            </a:pPr>
            <a:r>
              <a:rPr lang="en-GB" sz="1600" i="1">
                <a:solidFill>
                  <a:schemeClr val="tx1">
                    <a:lumMod val="50000"/>
                    <a:lumOff val="50000"/>
                  </a:schemeClr>
                </a:solidFill>
              </a:rPr>
              <a:t>Anna Geiser, Armir Lecaj, Ray Pinzon, Jan Suter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20DC13C-B7FD-D707-B3EE-91CA85D4EAC6}"/>
              </a:ext>
            </a:extLst>
          </p:cNvPr>
          <p:cNvSpPr txBox="1"/>
          <p:nvPr/>
        </p:nvSpPr>
        <p:spPr>
          <a:xfrm>
            <a:off x="3678800" y="6450936"/>
            <a:ext cx="48344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solidFill>
                  <a:schemeClr val="bg1">
                    <a:lumMod val="50000"/>
                  </a:schemeClr>
                </a:solidFill>
              </a:rPr>
              <a:t>Semester Project Part 2  - Big Data and Semi-/Unstructured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216797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4EDA72-9D8C-2795-DAD1-9FA360F6C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Problem Statement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113A72-F8D5-883B-59E1-227EE2DF1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/>
              <a:t>The Challenge</a:t>
            </a:r>
          </a:p>
          <a:p>
            <a:r>
              <a:rPr lang="en-GB"/>
              <a:t>Big set of SEC 10-K filings (annual financial reports)</a:t>
            </a:r>
          </a:p>
          <a:p>
            <a:r>
              <a:rPr lang="en-GB"/>
              <a:t>Large text corpus with unstructured financial narratives</a:t>
            </a:r>
          </a:p>
          <a:p>
            <a:r>
              <a:rPr lang="en-GB"/>
              <a:t>Manual review is time-consuming and subjective</a:t>
            </a:r>
          </a:p>
          <a:p>
            <a:r>
              <a:rPr lang="en-GB"/>
              <a:t>Need for automated insights to detect risks and inconsistencies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 b="1"/>
              <a:t>Key Questions</a:t>
            </a:r>
          </a:p>
          <a:p>
            <a:r>
              <a:rPr lang="en-GB"/>
              <a:t>What is the sentiment tone of management's discussion?</a:t>
            </a:r>
          </a:p>
          <a:p>
            <a:r>
              <a:rPr lang="en-GB"/>
              <a:t>Are there inconsistencies between sections?</a:t>
            </a:r>
          </a:p>
          <a:p>
            <a:r>
              <a:rPr lang="en-GB"/>
              <a:t>Which companies show elevated risk indicators?</a:t>
            </a:r>
          </a:p>
        </p:txBody>
      </p:sp>
    </p:spTree>
    <p:extLst>
      <p:ext uri="{BB962C8B-B14F-4D97-AF65-F5344CB8AC3E}">
        <p14:creationId xmlns:p14="http://schemas.microsoft.com/office/powerpoint/2010/main" val="1955055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FE71BC-639E-3D2D-1E59-817E85A66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Stakeholders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7997E3-0741-7683-B4FB-19367659B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en-GB" b="1"/>
              <a:t>Financial Auditors</a:t>
            </a:r>
          </a:p>
          <a:p>
            <a:r>
              <a:rPr lang="en-GB"/>
              <a:t>Detect misstatements</a:t>
            </a:r>
          </a:p>
          <a:p>
            <a:r>
              <a:rPr lang="en-GB"/>
              <a:t>Quarterly/annual audit reviews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 b="1"/>
              <a:t>Investment Analysts</a:t>
            </a:r>
          </a:p>
          <a:p>
            <a:r>
              <a:rPr lang="en-GB"/>
              <a:t>Identify risk signals in disclosures</a:t>
            </a:r>
          </a:p>
          <a:p>
            <a:r>
              <a:rPr lang="en-GB"/>
              <a:t>Due diligence and portfolio monitoring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 b="1"/>
              <a:t>Compliance Officers</a:t>
            </a:r>
          </a:p>
          <a:p>
            <a:r>
              <a:rPr lang="en-GB"/>
              <a:t>Monitor regulatory compliance</a:t>
            </a:r>
          </a:p>
          <a:p>
            <a:r>
              <a:rPr lang="en-GB"/>
              <a:t>Pre-filing review processes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 b="1"/>
              <a:t>Financial Researchers</a:t>
            </a:r>
          </a:p>
          <a:p>
            <a:r>
              <a:rPr lang="en-GB"/>
              <a:t>Large-scale sentiment analysis</a:t>
            </a:r>
          </a:p>
          <a:p>
            <a:r>
              <a:rPr lang="en-GB"/>
              <a:t>Trend analysis across filings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567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9703D6-54A7-3378-AC69-B99CD12E2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Use Case Context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EB45FC-1EBA-6B8D-7C76-C2ABE6CBF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GB" b="1"/>
              <a:t>Triggers</a:t>
            </a:r>
          </a:p>
          <a:p>
            <a:r>
              <a:rPr lang="en-GB"/>
              <a:t>Quarterly Audit Season	-&gt;	review client filings</a:t>
            </a:r>
          </a:p>
          <a:p>
            <a:r>
              <a:rPr lang="en-GB"/>
              <a:t>Investment Due Diligence</a:t>
            </a:r>
            <a:r>
              <a:rPr lang="en-GB" sz="2100"/>
              <a:t>	-&gt;  	</a:t>
            </a:r>
            <a:r>
              <a:rPr lang="en-GB"/>
              <a:t>assess company risk</a:t>
            </a:r>
          </a:p>
          <a:p>
            <a:r>
              <a:rPr lang="en-GB"/>
              <a:t>Compliance Review</a:t>
            </a:r>
            <a:r>
              <a:rPr lang="en-GB" sz="2100"/>
              <a:t>		-&gt;  	p</a:t>
            </a:r>
            <a:r>
              <a:rPr lang="en-GB"/>
              <a:t>re-filing verification</a:t>
            </a:r>
          </a:p>
          <a:p>
            <a:r>
              <a:rPr lang="en-GB"/>
              <a:t>Portfolio Monitoring</a:t>
            </a:r>
            <a:r>
              <a:rPr lang="en-GB" sz="2100"/>
              <a:t>		-&gt;  	t</a:t>
            </a:r>
            <a:r>
              <a:rPr lang="en-GB"/>
              <a:t>rack risk changes</a:t>
            </a:r>
          </a:p>
          <a:p>
            <a:r>
              <a:rPr lang="en-GB"/>
              <a:t>Research Projects</a:t>
            </a:r>
            <a:r>
              <a:rPr lang="en-GB" sz="2100"/>
              <a:t>		-&gt;  	a</a:t>
            </a:r>
            <a:r>
              <a:rPr lang="en-GB"/>
              <a:t>nalyse large datasets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 b="1"/>
              <a:t>Corpus</a:t>
            </a:r>
          </a:p>
          <a:p>
            <a:r>
              <a:rPr lang="en-GB"/>
              <a:t>Management's Discussion &amp; Analysis (MD&amp;A)</a:t>
            </a:r>
          </a:p>
          <a:p>
            <a:r>
              <a:rPr lang="en-GB"/>
              <a:t>Risk Factors sections</a:t>
            </a:r>
          </a:p>
          <a:p>
            <a:r>
              <a:rPr lang="en-GB"/>
              <a:t>Other narrative sections can be added</a:t>
            </a:r>
          </a:p>
        </p:txBody>
      </p:sp>
    </p:spTree>
    <p:extLst>
      <p:ext uri="{BB962C8B-B14F-4D97-AF65-F5344CB8AC3E}">
        <p14:creationId xmlns:p14="http://schemas.microsoft.com/office/powerpoint/2010/main" val="1786842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A7CEE6-2664-F0C4-5168-A91C232CB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Analytical Questions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DDA23C-F925-1A5A-46FF-89E0F6834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82348"/>
            <a:ext cx="7207520" cy="46270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1600" b="1"/>
              <a:t>Sentiment Analysis</a:t>
            </a:r>
          </a:p>
          <a:p>
            <a:pPr marL="0" indent="0">
              <a:buNone/>
            </a:pPr>
            <a:r>
              <a:rPr lang="en-GB" sz="1600"/>
              <a:t>Q1: What is the overall sentiment of the MD&amp;A section?</a:t>
            </a:r>
          </a:p>
          <a:p>
            <a:pPr marL="0" indent="0">
              <a:buNone/>
            </a:pPr>
            <a:r>
              <a:rPr lang="en-GB" sz="1600"/>
              <a:t>Q2: Are there inconsistencies between Risk Factors and MD&amp;A?</a:t>
            </a:r>
          </a:p>
          <a:p>
            <a:pPr marL="0" indent="0">
              <a:buNone/>
            </a:pPr>
            <a:r>
              <a:rPr lang="en-GB" sz="1600"/>
              <a:t>Q3: Which companies show high pessimism indicators?</a:t>
            </a:r>
          </a:p>
          <a:p>
            <a:pPr marL="0" indent="0">
              <a:buNone/>
            </a:pPr>
            <a:endParaRPr lang="en-GB" sz="1600"/>
          </a:p>
          <a:p>
            <a:pPr marL="0" indent="0">
              <a:buNone/>
            </a:pPr>
            <a:endParaRPr lang="en-GB" sz="1600"/>
          </a:p>
          <a:p>
            <a:pPr marL="0" indent="0">
              <a:buNone/>
            </a:pPr>
            <a:r>
              <a:rPr lang="en-GB" sz="1600" b="1"/>
              <a:t>Risk Detection</a:t>
            </a:r>
          </a:p>
          <a:p>
            <a:pPr marL="0" indent="0">
              <a:buNone/>
            </a:pPr>
            <a:r>
              <a:rPr lang="en-GB" sz="1600"/>
              <a:t>Q4: Are there signs of excessive optimism (overstatement)?</a:t>
            </a:r>
          </a:p>
          <a:p>
            <a:pPr marL="0" indent="0">
              <a:buNone/>
            </a:pPr>
            <a:r>
              <a:rPr lang="en-GB" sz="1600"/>
              <a:t>Q5: Does the filing show mixed signals?</a:t>
            </a:r>
          </a:p>
          <a:p>
            <a:pPr marL="0" indent="0">
              <a:buNone/>
            </a:pPr>
            <a:r>
              <a:rPr lang="en-GB" sz="1600"/>
              <a:t>Q6: What passages show strongest negative sentiment?</a:t>
            </a:r>
          </a:p>
          <a:p>
            <a:pPr marL="0" indent="0">
              <a:buNone/>
            </a:pPr>
            <a:endParaRPr lang="en-GB" sz="1600"/>
          </a:p>
          <a:p>
            <a:pPr marL="0" indent="0">
              <a:buNone/>
            </a:pPr>
            <a:endParaRPr lang="en-GB" sz="1600" b="1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A80FA5DD-A5C2-F04D-A169-111F7A3D6F8F}"/>
              </a:ext>
            </a:extLst>
          </p:cNvPr>
          <p:cNvSpPr txBox="1">
            <a:spLocks/>
          </p:cNvSpPr>
          <p:nvPr/>
        </p:nvSpPr>
        <p:spPr>
          <a:xfrm>
            <a:off x="6303763" y="3266828"/>
            <a:ext cx="5683520" cy="13752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600" b="1"/>
              <a:t>Batch Analysis</a:t>
            </a:r>
            <a:endParaRPr lang="en-US" sz="1600" b="1"/>
          </a:p>
          <a:p>
            <a:pPr marL="0" indent="0">
              <a:lnSpc>
                <a:spcPct val="100000"/>
              </a:lnSpc>
              <a:buNone/>
            </a:pPr>
            <a:r>
              <a:rPr lang="en-GB" sz="1600"/>
              <a:t>Q7: Which portfolio companies have highest risk scores?</a:t>
            </a:r>
            <a:endParaRPr lang="en-US" sz="1600"/>
          </a:p>
          <a:p>
            <a:pPr marL="0" indent="0">
              <a:lnSpc>
                <a:spcPct val="100000"/>
              </a:lnSpc>
              <a:buNone/>
            </a:pPr>
            <a:r>
              <a:rPr lang="en-GB" sz="1600"/>
              <a:t>Q8: What are sentiment trends year-over-year?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600"/>
          </a:p>
          <a:p>
            <a:pPr marL="0" indent="0">
              <a:buFont typeface="Arial" panose="020B0604020202020204" pitchFamily="34" charset="0"/>
              <a:buNone/>
            </a:pPr>
            <a:endParaRPr lang="en-GB" sz="1600" b="1"/>
          </a:p>
        </p:txBody>
      </p:sp>
    </p:spTree>
    <p:extLst>
      <p:ext uri="{BB962C8B-B14F-4D97-AF65-F5344CB8AC3E}">
        <p14:creationId xmlns:p14="http://schemas.microsoft.com/office/powerpoint/2010/main" val="1006961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067F45-49CA-D94A-884F-AFC40DFB2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Expected Results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7D7D50-5C8F-28E1-73BE-F730249D3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pPr marL="0" indent="0">
              <a:buNone/>
            </a:pPr>
            <a:r>
              <a:rPr lang="en-GB"/>
              <a:t>1. </a:t>
            </a:r>
            <a:r>
              <a:rPr lang="en-GB" b="1"/>
              <a:t>Single File Analysis</a:t>
            </a:r>
          </a:p>
          <a:p>
            <a:r>
              <a:rPr lang="en-GB"/>
              <a:t>Sentiment labels, confidence scores</a:t>
            </a:r>
          </a:p>
          <a:p>
            <a:r>
              <a:rPr lang="en-GB"/>
              <a:t>Risk indicators</a:t>
            </a:r>
          </a:p>
          <a:p>
            <a:r>
              <a:rPr lang="en-GB"/>
              <a:t>Chunk-level details</a:t>
            </a:r>
          </a:p>
          <a:p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/>
              <a:t>2. </a:t>
            </a:r>
            <a:r>
              <a:rPr lang="en-GB" b="1"/>
              <a:t>Batch Processing</a:t>
            </a:r>
          </a:p>
          <a:p>
            <a:r>
              <a:rPr lang="en-GB"/>
              <a:t>Comparative metrics</a:t>
            </a:r>
          </a:p>
          <a:p>
            <a:r>
              <a:rPr lang="en-GB"/>
              <a:t>CSV Report</a:t>
            </a:r>
            <a:br>
              <a:rPr lang="en-GB"/>
            </a:br>
            <a:br>
              <a:rPr lang="en-GB"/>
            </a:b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/>
              <a:t>3. </a:t>
            </a:r>
            <a:r>
              <a:rPr lang="en-GB" b="1"/>
              <a:t>Visualizations</a:t>
            </a:r>
            <a:endParaRPr lang="en-GB"/>
          </a:p>
          <a:p>
            <a:r>
              <a:rPr lang="fr-FR"/>
              <a:t>Section sentiment </a:t>
            </a:r>
            <a:r>
              <a:rPr lang="fr-FR" err="1"/>
              <a:t>comparison</a:t>
            </a:r>
            <a:endParaRPr lang="fr-FR"/>
          </a:p>
          <a:p>
            <a:r>
              <a:rPr lang="fr-FR" err="1"/>
              <a:t>Chunk</a:t>
            </a:r>
            <a:r>
              <a:rPr lang="fr-FR"/>
              <a:t> sentiment distribution</a:t>
            </a:r>
          </a:p>
          <a:p>
            <a:r>
              <a:rPr lang="fr-FR" err="1"/>
              <a:t>Chunk</a:t>
            </a:r>
            <a:r>
              <a:rPr lang="fr-FR"/>
              <a:t> score distribution (</a:t>
            </a:r>
            <a:r>
              <a:rPr lang="fr-FR" err="1"/>
              <a:t>required</a:t>
            </a:r>
            <a:r>
              <a:rPr lang="fr-FR"/>
              <a:t>)</a:t>
            </a:r>
          </a:p>
          <a:p>
            <a:r>
              <a:rPr lang="fr-FR"/>
              <a:t>Sentiment confidence matrix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/>
              <a:t>4. </a:t>
            </a:r>
            <a:r>
              <a:rPr lang="en-GB" b="1"/>
              <a:t>Risk Alerts</a:t>
            </a:r>
          </a:p>
          <a:p>
            <a:r>
              <a:rPr lang="en-GB"/>
              <a:t>High Optimism Risk</a:t>
            </a:r>
          </a:p>
          <a:p>
            <a:r>
              <a:rPr lang="en-GB"/>
              <a:t>High Pessimism Risk</a:t>
            </a:r>
          </a:p>
          <a:p>
            <a:r>
              <a:rPr lang="en-GB"/>
              <a:t>Mixed Signals</a:t>
            </a:r>
          </a:p>
          <a:p>
            <a:r>
              <a:rPr lang="en-GB"/>
              <a:t>Low Confidence (with threshold)</a:t>
            </a:r>
          </a:p>
        </p:txBody>
      </p:sp>
    </p:spTree>
    <p:extLst>
      <p:ext uri="{BB962C8B-B14F-4D97-AF65-F5344CB8AC3E}">
        <p14:creationId xmlns:p14="http://schemas.microsoft.com/office/powerpoint/2010/main" val="1180556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FAC07-42D7-6BD9-A3A9-34ABD8E3B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Technical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9DD8B6-3408-6EA0-DF26-0E7AD6A88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-447" r="277" b="1274"/>
          <a:stretch>
            <a:fillRect/>
          </a:stretch>
        </p:blipFill>
        <p:spPr>
          <a:xfrm>
            <a:off x="783949" y="1715960"/>
            <a:ext cx="10624059" cy="367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040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01F91-F78E-E22E-1A80-1B404BB2AE7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9937" y="2863056"/>
            <a:ext cx="10652125" cy="11318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de-CH" sz="5400"/>
              <a:t>Demo</a:t>
            </a:r>
            <a:endParaRPr lang="en-GB" sz="5400"/>
          </a:p>
        </p:txBody>
      </p:sp>
    </p:spTree>
    <p:extLst>
      <p:ext uri="{BB962C8B-B14F-4D97-AF65-F5344CB8AC3E}">
        <p14:creationId xmlns:p14="http://schemas.microsoft.com/office/powerpoint/2010/main" val="3546723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33D732-C5EE-ADB9-9CB5-8299B4B77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Data input used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E140F1-BAB4-98D6-4CC4-794ADC25F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/>
              <a:t>https://www.kaggle.com/datasets/pranjalverma08/sec-edgar-annual-financial-filings-2021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62474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85D4664-0A99-614A-9487-191C92DB3AE2}">
  <we:reference id="22ff87a5-132f-4d52-9e97-94d888e4dd91" version="3.8.0.0" store="EXCatalog" storeType="EXCatalog"/>
  <we:alternateReferences>
    <we:reference id="WA104380050" version="3.8.0.0" store="de-CH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a2afda0-0e9d-49b6-ae3f-045e5120767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9FCC8A10EDA845BD53A8F223111F0C" ma:contentTypeVersion="15" ma:contentTypeDescription="Create a new document." ma:contentTypeScope="" ma:versionID="3092336f9dc9d02572c975065a8e9f8f">
  <xsd:schema xmlns:xsd="http://www.w3.org/2001/XMLSchema" xmlns:xs="http://www.w3.org/2001/XMLSchema" xmlns:p="http://schemas.microsoft.com/office/2006/metadata/properties" xmlns:ns3="3a2afda0-0e9d-49b6-ae3f-045e51207671" xmlns:ns4="71d18791-70c5-479a-9f91-373369084974" targetNamespace="http://schemas.microsoft.com/office/2006/metadata/properties" ma:root="true" ma:fieldsID="01c9db91055b7bfceaf21a46c3d0f0de" ns3:_="" ns4:_="">
    <xsd:import namespace="3a2afda0-0e9d-49b6-ae3f-045e51207671"/>
    <xsd:import namespace="71d18791-70c5-479a-9f91-37336908497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2afda0-0e9d-49b6-ae3f-045e512076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d18791-70c5-479a-9f91-37336908497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A167A1-56FF-4D47-A6F2-7D88FA68ED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4262E5-5223-4A55-A0C2-7448F93EFA86}">
  <ds:schemaRefs>
    <ds:schemaRef ds:uri="3a2afda0-0e9d-49b6-ae3f-045e51207671"/>
    <ds:schemaRef ds:uri="71d18791-70c5-479a-9f91-37336908497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5687F0F-3010-4D90-93FC-171311F53E4B}">
  <ds:schemaRefs>
    <ds:schemaRef ds:uri="3a2afda0-0e9d-49b6-ae3f-045e51207671"/>
    <ds:schemaRef ds:uri="71d18791-70c5-479a-9f91-3733690849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Application>Microsoft Macintosh PowerPoint</Application>
  <PresentationFormat>Breitbild</PresentationFormat>
  <Paragraphs>93</Paragraphs>
  <Slides>9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Inter</vt:lpstr>
      <vt:lpstr>Menlo</vt:lpstr>
      <vt:lpstr>Neue Haas Grotesk Text Pro</vt:lpstr>
      <vt:lpstr>VanillaVTI</vt:lpstr>
      <vt:lpstr>Financial Sentiment Analyzer</vt:lpstr>
      <vt:lpstr>Problem Statement</vt:lpstr>
      <vt:lpstr>Stakeholders</vt:lpstr>
      <vt:lpstr>Use Case Context</vt:lpstr>
      <vt:lpstr>Analytical Questions</vt:lpstr>
      <vt:lpstr>Expected Results</vt:lpstr>
      <vt:lpstr>Technical Architecture</vt:lpstr>
      <vt:lpstr>Demo</vt:lpstr>
      <vt:lpstr>Data input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Volume and Velocity </dc:title>
  <dc:creator>Anna Geiser (s)</dc:creator>
  <cp:lastModifiedBy>Anna Geiser (s)</cp:lastModifiedBy>
  <cp:revision>3</cp:revision>
  <dcterms:created xsi:type="dcterms:W3CDTF">2025-10-12T13:12:01Z</dcterms:created>
  <dcterms:modified xsi:type="dcterms:W3CDTF">2025-12-11T22:01:04Z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0x010100199FCC8A10EDA845BD53A8F223111F0C</vt:lpwstr>
  </property>
</Properties>
</file>